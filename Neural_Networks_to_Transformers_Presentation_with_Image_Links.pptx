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yourself, your role, and explain that this talk bridges technical and strategic perspectives. Emphasize the practical impact of neural evolution on business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next-word prediction underpins chatbots, search, and generative AI. Highlight why leadership needs conceptual clarity: ROI, infrastructure, and strategic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term at a high level. No math—focus on intuition: 'attention' mimics how humans read contextually.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simple diagram of a neuron. Mention the perceptron’s historical role as the foundation of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adding layers allowed early AI to tackle complex problems. Mention business relevance: early predictive models and classification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an example sentence ('I am going to the ___'). Show how previous words influence prediction and why memory is crucial.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RNNs/LSTMs helped AI understand time and order, paving the way for language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analogy: when humans read, they focus on relevant words for meaning. Attention does this mathematically.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encoders and decoders briefly. Mention parallelism = faster and more 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an example: 'I went to the...' → model predicts 'store', 'park', etc. Highlight that context understanding makes predictions fluent and human-like.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investment trade-offs: compute vs. capability. Mention importance of data quality and AI ethics.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by connecting technical evolution to business outcomes: faster insights, smarter tools, competitive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interactive Q&amp;A. Ask what applications executives see as relevant to their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Neural Networks to Transformers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AI architectures evolved to power next-word prediction</a:t>
            </a:r>
          </a:p>
          <a:p/>
          <a:p>
            <a:r>
              <a:t>[Your Name] | [Organization] |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Language-based AI drives productivity and innovation</a:t>
            </a:r>
          </a:p>
          <a:p>
            <a:r>
              <a:t>• Understanding AI evolution informs investment &amp; strategy</a:t>
            </a:r>
          </a:p>
          <a:p>
            <a:r>
              <a:t>• From early networks to Transformers – what changed and why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Neuron / Perceptron – basic computational unit</a:t>
            </a:r>
          </a:p>
          <a:p>
            <a:r>
              <a:t>• Feedforward Network – data flows one way</a:t>
            </a:r>
          </a:p>
          <a:p>
            <a:r>
              <a:t>• Sequence Model – uses order &amp; memory</a:t>
            </a:r>
          </a:p>
          <a:p>
            <a:r>
              <a:t>• Attention – focuses on relevant input</a:t>
            </a:r>
          </a:p>
          <a:p>
            <a:r>
              <a:t>• Transformer – parallel, context-aware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Simple Perceptron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Single layer of neurons</a:t>
            </a:r>
          </a:p>
          <a:p>
            <a:r>
              <a:t>• Learns linear patterns (e.g., yes/no decisions)</a:t>
            </a:r>
          </a:p>
          <a:p>
            <a:r>
              <a:t>• Limitation: cannot model complex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🔗 Recommended Image Links:</a:t>
            </a:r>
            <a:br/>
            <a:r>
              <a:t>https://miro.medium.com/1%2A1Fvs7xlgf1p_D_EZmm5_vg.png</a:t>
            </a:r>
            <a:br/>
            <a:r>
              <a:t>https://thomascountz.com/assets/images/decision_boundary_in_2d.png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Multi-Layer Perceptron (Feedforward)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Adds hidden layers → captures nonlinear patterns</a:t>
            </a:r>
          </a:p>
          <a:p>
            <a:r>
              <a:t>• Backpropagation enables learning from errors</a:t>
            </a:r>
          </a:p>
          <a:p>
            <a:r>
              <a:t>• Still uses fixed-size input (no memory)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of Sequence and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Words depend on previous context (sequence)</a:t>
            </a:r>
          </a:p>
          <a:p>
            <a:r>
              <a:t>• Feedforward networks forget previous inputs</a:t>
            </a:r>
          </a:p>
          <a:p>
            <a:r>
              <a:t>• Needed: models that can remember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🔗 Recommended Image Links:</a:t>
            </a:r>
            <a:br/>
            <a:r>
              <a:t>https://miro.medium.com/1%2AmxFRcrVau6V8-kT0-c_y4g.jpeg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Recurrent Networks (RNNs &amp; LSTMs)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feedback connections → remember prior steps</a:t>
            </a:r>
          </a:p>
          <a:p>
            <a:r>
              <a:t>• LSTMs introduce gates to manage memory</a:t>
            </a:r>
          </a:p>
          <a:p>
            <a:r>
              <a:t>• Enable sequential learning but are slow to 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🔗 Recommended Image Links:</a:t>
            </a:r>
            <a:br/>
            <a:r>
              <a:t>https://classic.d2l.ai/_images/lstm-2.svg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Attention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Allows the model to focus on relevant words</a:t>
            </a:r>
          </a:p>
          <a:p>
            <a:r>
              <a:t>• Weighs context dynamically</a:t>
            </a:r>
          </a:p>
          <a:p>
            <a:r>
              <a:t>• Improves long-term dependency understanding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Transformer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Introduced in 2017 ('Attention Is All You Need')</a:t>
            </a:r>
          </a:p>
          <a:p>
            <a:r>
              <a:t>• Uses self-attention + parallel processing</a:t>
            </a:r>
          </a:p>
          <a:p>
            <a:r>
              <a:t>• Replaced RNNs in most NLP tasks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Transformers in Next-Word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 next token based on all previous context</a:t>
            </a:r>
          </a:p>
          <a:p>
            <a:r>
              <a:t>• Leverages embeddings + multi-head attention</a:t>
            </a:r>
          </a:p>
          <a:p>
            <a:r>
              <a:t>• Foundation of GPT and modern AI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🔗 Recommended Image Links:</a:t>
            </a:r>
            <a:br/>
            <a:r>
              <a:t>https://wingedsheep.com/content/images/2022/11/gpt.drawio-copy.png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Implications for Leaders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Transformers drive modern AI success</a:t>
            </a:r>
          </a:p>
          <a:p>
            <a:r>
              <a:t>• Require data, compute, governance</a:t>
            </a:r>
          </a:p>
          <a:p>
            <a:r>
              <a:t>• Enable scalable automation &amp; personalization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🔗 Recommended Image Links:</a:t>
            </a:r>
            <a:br/>
            <a:r>
              <a:t>https://online.hbs.edu/Style%20Library/api/resize.aspx?h=630&amp;imgpath=%2FPublishingImages%2Fblog%2Fposts%2Fai-business-strategy.jpg&amp;w=1200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Neural networks evolved from simple to contextual</a:t>
            </a:r>
          </a:p>
          <a:p>
            <a:r>
              <a:t>• Attention and Transformers revolutionized AI</a:t>
            </a:r>
          </a:p>
          <a:p>
            <a:r>
              <a:t>• Business focus: value, readiness, and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🔗 Recommended Image Links:</a:t>
            </a:r>
            <a:br/>
            <a:r>
              <a:t>https://d36ae2cxtn9mcr.cloudfront.net/wp-content/uploads/2024/10/07053217/SK-hynix_All-About-AI_The-Origins-Evolution-Future-of-AI_02.png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Let's talk about:</a:t>
            </a:r>
          </a:p>
          <a:p>
            <a:r>
              <a:t>• Business use-cases for predictive or generative AI</a:t>
            </a:r>
          </a:p>
          <a:p>
            <a:r>
              <a:t>• Implementation readiness</a:t>
            </a:r>
          </a:p>
          <a:p>
            <a:r>
              <a:t>• Ethical and governance considerations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