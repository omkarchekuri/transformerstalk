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70496" y="2562225"/>
            <a:ext cx="8051006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From Scratch to Smart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62187" y="3762375"/>
            <a:ext cx="7667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3-Phase Demo: Pre-training, SFT, and RLHF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057400" y="2770882"/>
            <a:ext cx="8077200" cy="1439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We start with a `ToyLLM`. Its 'brain' (weights) is completely random. When we ask it a question, its answer is meaningless garbage.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3767137" y="4496544"/>
            <a:ext cx="4657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Prompt: 'alice followed'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Response: 'alice rabbit queen cat curious...'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581150" y="3056632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334625" y="4115545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"Baby" Model: Our Starting Point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6975"/>
            <a:ext cx="533400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66975"/>
            <a:ext cx="5334000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2263378" y="3476625"/>
            <a:ext cx="195024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Tokenization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4267200"/>
            <a:ext cx="4743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"vocabulary" to turn words like 'alice' into simple numbers like [12].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968376" y="3476625"/>
            <a:ext cx="19702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Embeddings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581775" y="4267200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"dictionary" that maps these numbers to *meaning vectors* that the model can learn.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38475" y="27813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4900" y="27813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Core NLP Building Blocks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Goal: Learn Language Structure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26479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teach the model the basics of language by making it predict the next word over and over.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95325" y="34099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09625" y="340995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Next-Word Prediction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95325" y="38385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09625" y="38385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Simple sentences from "Alice in Wonderland."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95325" y="42672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09625" y="42672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Show it "alice followed the..." and teach it to predict "...white".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Phase 1: Foundational Pre-training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2057400" y="2770882"/>
            <a:ext cx="8077200" cy="1439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model is no longer random! It completes sentences based on the 'Alice' facts it learned. But it can't *answer* questions.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081462" y="4496544"/>
            <a:ext cx="4029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Prompt: 'who did alice...'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Response: 'who did alice follow the...'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581150" y="3056632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0334625" y="4115545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Pre-training Result: A "Completer"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Goal: Teach Factual Answers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26479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teach the model to be a helpful "expert" by showing it "flashcards" of (Question, Answer) pairs.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95325" y="34099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809625" y="340995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Instruction Following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95325" y="38385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809625" y="38385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Q&amp;A pairs.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695325" y="42672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09625" y="4267200"/>
            <a:ext cx="504825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Prompt: 'who did alice follow'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Answer: 'alice followed the white rabbit'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Phase 2: Supervised Fine-Tuning (SFT)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3587"/>
            <a:ext cx="5286375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33587"/>
            <a:ext cx="5286375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849391" y="242411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Good: Trained Questions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962025" y="2995612"/>
            <a:ext cx="4505325" cy="704850"/>
          </a:xfrm>
          <a:prstGeom prst="roundRect">
            <a:avLst>
              <a:gd fmla="val 5405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1057275" y="3090862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It perfectly answers the *specific questions* it was trained on.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962025" y="3871912"/>
            <a:ext cx="4505325" cy="457200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1057275" y="3967162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Prompt: 'what did the cat do'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962025" y="4500562"/>
            <a:ext cx="4505325" cy="457200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057275" y="4595812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Response: 'the cheshire cat smiled'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612016" y="242411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Bad: New Questions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6724650" y="2995612"/>
            <a:ext cx="4505325" cy="962025"/>
          </a:xfrm>
          <a:prstGeom prst="roundRect">
            <a:avLst>
              <a:gd fmla="val 396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6819900" y="3090862"/>
            <a:ext cx="43148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When asked a *new* question, it falls back on its pre-trained "completer" knowledge.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6724650" y="4129087"/>
            <a:ext cx="4505325" cy="457200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6819900" y="4224337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Prompt: 'who was alice'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6724650" y="4757737"/>
            <a:ext cx="4505325" cy="457200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6819900" y="4852987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Response: 'alice was very curious'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SFT Result: A "By-the-Book" Expert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Goal: Teach Preferences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26479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teach the model what a "good" answer *feels* like, even for new questions.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00100" y="3409950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52500" y="340995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 generates an answer.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00100" y="383857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52500" y="38385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"Reward Model" (Judge) scores it.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800100" y="4267200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52500" y="426720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update the model to get more "points" from the judge in the future.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Phase 3: Reinforcement Learning (RLHF)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2057400" y="2530971"/>
            <a:ext cx="8077200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model is now "steered" by our preferences. Our judge "rewarded" the answer 'alice was very curious', teaching the model that this is a good, helpful response.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343400" y="4736603"/>
            <a:ext cx="3505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Prompt: 'who was alice'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Response: 'alice was very curious'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1581150" y="2816721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10334625" y="4355599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RLHF Result: An "Aligned" Model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3429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57387"/>
            <a:ext cx="3429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57387"/>
            <a:ext cx="34290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1370885" y="2252662"/>
            <a:ext cx="18302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Pre-Trained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866775" y="3043237"/>
            <a:ext cx="283845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Prompt: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'who did alice follow'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Response: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'who did alice follow the...'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Prompt: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'who was alice'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Response: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'who was alice said the...'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835967" y="2252662"/>
            <a:ext cx="5200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SFT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676775" y="3043237"/>
            <a:ext cx="283845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Prompt: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'who did alice follow'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Response: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'alice followed the white rabbit'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Prompt: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'who was alice'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Response: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'alice was very curious'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555956" y="2252662"/>
            <a:ext cx="700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RLHF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486775" y="3043237"/>
            <a:ext cx="283845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Prompt: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'who did alice follow'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Response: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'alice followed the white rabbit'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Prompt: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'who was alice'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Response: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 'alice was very curious'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Model's Evolution: A Comparison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2190750" y="3148012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Pre-training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teaches *language* and *facts*. It creates a "completer."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2190750" y="3652837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SFT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teaches *instruction following*. It creates an "expert."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2190750" y="4157662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RLHF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teaches *preferences*. It creates an "aligned" assistant.</a:t>
            </a:r>
            <a:endParaRPr/>
          </a:p>
        </p:txBody>
      </p:sp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9563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004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052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Demo Takeaways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295275" y="27622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56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528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243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/>
          <p:nvPr/>
        </p:nvSpPr>
        <p:spPr>
          <a:xfrm>
            <a:off x="571500" y="3600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4371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1" name="Google Shape;24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95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1666875" y="280987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https://media.istockphoto.com/id/1412637153/photo/magic-book-with-open-pages-and-abstract-lights-shining-in-darkness-literature-and-fairytale.jpg?s=612x612&amp;w=0&amp;k=20&amp;c=rc3Bh74ePX8QPGnOi5oeEYOwFaJYsseXu8A0dGFqRzI=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666875" y="322897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244" name="Google Shape;24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52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1666875" y="37599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https://png.pngtree.com/png-clipart/20250422/original/pngtree-stylized-q-a-speech-bubbles-illustration-png-image_20849901.png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1666875" y="39933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247" name="Google Shape;24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243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1666875" y="45315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https://ecdn.teacherspayteachers.com/thumbitem/Thumbs-Check-for-Understanding-1609884359/original-268414-1.jpg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1666875" y="47648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www.teacherspayteachers.com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