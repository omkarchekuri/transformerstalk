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9" Type="http://schemas.openxmlformats.org/officeDocument/2006/relationships/image" Target="../media/image4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10339" y="2562225"/>
            <a:ext cx="10571321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Deconstructing Transformers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62037" y="3762375"/>
            <a:ext cx="10067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Introduction to "Attention Is All You Need"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809750" y="2566987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Before Transformers, models (like RNNs &amp; LSTMs) processed text one word at a time.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3167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Sequential &amp; Slow: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was very slow for long sentences. You couldn't process all words at once (no parallelism).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3929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The "Forgetting" Problem: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Models struggled to remember information from the *beginning* of a long sentence by the time they reached the *end*.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469106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Vanishing Gradients: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"signal" or importance from early words would get weaker and weaker as it passed through each step, making it hard to train.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1468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766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386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Problem: What Transformers Solve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057400" y="2033885"/>
            <a:ext cx="8077200" cy="3199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Stop processing words one by one. Instead, look at all words in the sentence at the same time and decide which ones are most important.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019550" y="5519439"/>
            <a:ext cx="4152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 The core idea of "Attention Is All You Need"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581150" y="231963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334625" y="5138444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4A373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Big Idea: Self-Attention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Two Main Parts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26479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Transformer is an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Encoder-Decoder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model. Think of it like a translator: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95325" y="34099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09625" y="340995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The Encoder (Left):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Reads and "understands" the entire input sentence (e.g., English). Its job is to build a rich, contextual representation of every word.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95325" y="44100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441007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The Decoder (Right):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Takes the Encoder's "understanding" and generates the output sentence (e.g., French), one word at a time.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High-Level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62025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1. Self-Attention Layer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62025" y="32480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the magic. For every word, this layer lets it "look at" all other words in the *input* sentence.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62025" y="39338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 then decides which other words are most relevant to *this* word's meaning. For example, in "The animal didn't cross the street because **it** was too tired," this layer helps "it" know it refers to "animal".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724650" y="2676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2. Feed-Forward Network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724650" y="32480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After the attention layer, the output for each word is passed through a simple, identical neural network.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24650" y="39338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network processes each word's representation individually and adds more computational depth, helping the model learn more complex patterns from the attention output.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Inside the Encoder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24075"/>
            <a:ext cx="3429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955833" y="3133725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Masked Self-Attention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66775" y="3762375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like the Encoder's self-attention, but it's "masked." When generating word #3, it can only look at words #1 and #2. It's blocked from "cheating" by looking at future words.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4605813" y="313372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Encoder-Decoder Attention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676775" y="409575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is the key! The Decoder "pays attention" to the Encoder's output. It looks at all the input words to decide which ones are most relevant for generating the *current* output word.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45830" y="3133725"/>
            <a:ext cx="27203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Feed-Forward Network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486775" y="37623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 like in the Encoder, this is a simple neural network that processes the final representation after all the attention steps are done.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4384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Inside the Decoder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1809750" y="2543175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Attention is calculated using three vectors for each word: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Query, Key, and Value.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809750" y="4953000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finds the best-matching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then returns the corresponding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Value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2190750" y="3143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Query (Q):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"search query." It asks: "What am I looking for?"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2190750" y="36195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Key (K):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"label" or "ID." It says: "This is what I am." The Query is compared against all the Keys.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Value (V):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word's actual "content" or "meaning."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667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4291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The Magic: How "Attention" 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45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6334125" y="19145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Asking 8 Experts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334125" y="25622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Instead of calculating attention just once, "Multi-Head" attention runs it multiple times in parallel (e.g., 8 "heads").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334125" y="33242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It's like asking 8 different experts to look at the sentence: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334125" y="51339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gives a much richer, more nuanced understanding of the sentence.</a:t>
            </a:r>
            <a:endParaRPr/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240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6457950" y="38004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572250" y="38004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One "head" might focus on "who did what."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457950" y="42291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572250" y="422910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Another might focus on "what action was taken."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457950" y="4657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572250" y="465772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Another might focus on grammatical relationships.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What is "Multi-Head" Attention?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7412"/>
            <a:ext cx="5286375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57412"/>
            <a:ext cx="528637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962025" y="25479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Positional Encodings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62025" y="31194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Problem: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Since the model sees all words at once (unlike an RNN), it has no idea what their *order* is. "Man bites dog" and "Dog bites man" would look the same.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62025" y="4062412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Solution: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We add a "vector" (a list of numbers) to each word that gives it a unique "ZIP code" based on its position (e.g., 1st word, 2nd word, 3rd...). This injects the word's position into its meaning.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24650" y="25479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Layer Normalization ("Norms")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24650" y="31194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Problem: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 data flows through many layers (like attention and feed-forward), the numbers (vectors) can become too large or small, making training unstable and slow.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724650" y="4062412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Solution: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After each sub-layer, we "normalize" the numbers. This "resets" the data's scale (mean=0, variance=1) and helps the model train much faster and more reliably.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Explaining Key Terminology (Part 1)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809750" y="2805112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will always see "Add &amp; Norm" after each sub-layer. Here's what it means: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2190750" y="3405187"/>
            <a:ext cx="8191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"Add" (Residual Connection):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We take the *original input* to the layer and add it to the *output* of the layer. This "shortcut" prevents the model from "forgetting" the original information and makes it easier to train very deep networks.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190750" y="4452937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A46"/>
                </a:solidFill>
                <a:latin typeface="Lato"/>
                <a:ea typeface="Lato"/>
                <a:cs typeface="Lato"/>
                <a:sym typeface="Lato"/>
              </a:rPr>
              <a:t>"Norm" (Layer Normalization):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is the step we just discussed. It's applied *after* the "Add" step to re-stabilize the data before it goes to the next layer.</a:t>
            </a:r>
            <a:endParaRPr/>
          </a:p>
        </p:txBody>
      </p:sp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52812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5005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Explaining Key Terminology (Part 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05062"/>
            <a:ext cx="34290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630918" y="3414712"/>
            <a:ext cx="131016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Parallelism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66775" y="40433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RNNs, all input words are processed at once. This makes it *massively* faster to train on modern hardware like GPUs.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485923" y="3414712"/>
            <a:ext cx="122015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467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design is highly scalable. We can stack more layers and add more data to create *massive* models (like BERT, GPT, and LLMs).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8720851" y="3414712"/>
            <a:ext cx="23702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A7CA5"/>
                </a:solidFill>
                <a:latin typeface="Poppins"/>
                <a:ea typeface="Poppins"/>
                <a:cs typeface="Poppins"/>
                <a:sym typeface="Poppins"/>
              </a:rPr>
              <a:t>Better Performance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486775" y="4043362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Self-attention is more effective at capturing long-range dependencies, leading to new state-of-the-art results in almost every NLP task.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193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193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Why Transformers Won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712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4712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/>
          <p:nvPr/>
        </p:nvSpPr>
        <p:spPr>
          <a:xfrm>
            <a:off x="3414712" y="3900487"/>
            <a:ext cx="5362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4712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4510087" y="3288506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https://www.practicalai.io/wp-content/uploads/2023/02/encoder-decoder.png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4510087" y="3521868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www.practicalai.io</a:t>
            </a:r>
            <a:endParaRPr/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4712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4510087" y="4060031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https://d2l.ai/_images/multi-head-attention.svg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4510087" y="4293393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d2l.ai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2A4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